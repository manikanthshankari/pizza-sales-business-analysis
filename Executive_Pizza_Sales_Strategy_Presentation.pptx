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152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Executive Sales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/>
              <a:t>Strategic Insights &amp; Revenue Optimization Framework</a:t>
            </a:r>
          </a:p>
          <a:p>
            <a:r>
              <a:rPr b="1" dirty="0"/>
              <a:t>(SQL-Based Business Analysis)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Evaluate overall sales performance and revenue drivers.</a:t>
            </a:r>
          </a:p>
          <a:p>
            <a:pPr lvl="1"/>
            <a:r>
              <a:rPr dirty="0"/>
              <a:t>Identify product concentration risks and high-performing SKUs.</a:t>
            </a:r>
          </a:p>
          <a:p>
            <a:pPr lvl="1"/>
            <a:r>
              <a:rPr dirty="0"/>
              <a:t>Analyze demand patterns for operational optimization.</a:t>
            </a:r>
          </a:p>
          <a:p>
            <a:pPr lvl="1"/>
            <a:r>
              <a:rPr dirty="0"/>
              <a:t>Provide data-driven strategic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Executive KPI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Core KPIs Evaluated:</a:t>
            </a:r>
          </a:p>
          <a:p>
            <a:pPr lvl="1"/>
            <a:r>
              <a:rPr dirty="0"/>
              <a:t>• Total Revenue &amp; Total Orders – Measure sales scale.</a:t>
            </a:r>
          </a:p>
          <a:p>
            <a:pPr lvl="1"/>
            <a:r>
              <a:rPr dirty="0"/>
              <a:t>• Average Order Value (AOV) – Customer spending behavior.</a:t>
            </a:r>
          </a:p>
          <a:p>
            <a:pPr lvl="1"/>
            <a:r>
              <a:rPr dirty="0"/>
              <a:t>• Average Basket Size – Purchase intensity per transaction.</a:t>
            </a:r>
          </a:p>
          <a:p>
            <a:pPr lvl="1"/>
            <a:r>
              <a:rPr dirty="0"/>
              <a:t>• Revenue Growth Trend – Sustainability of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rgbClr val="FF0000"/>
                </a:solidFill>
              </a:rPr>
              <a:t>Insight 1: Revenue Concentration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Revenue is concentrated within limited product categories.</a:t>
            </a:r>
          </a:p>
          <a:p>
            <a:pPr lvl="1"/>
            <a:r>
              <a:rPr dirty="0"/>
              <a:t>Top SKUs contribute disproportionate revenue share.</a:t>
            </a:r>
          </a:p>
          <a:p>
            <a:pPr lvl="1"/>
            <a:r>
              <a:rPr dirty="0"/>
              <a:t>High dependency on select products increases business risk.</a:t>
            </a:r>
          </a:p>
          <a:p>
            <a:pPr lvl="1"/>
            <a:r>
              <a:rPr dirty="0"/>
              <a:t>Opportunity exists to rebalance product mix.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rgbClr val="FF0000"/>
                </a:solidFill>
              </a:rPr>
              <a:t>Strategic Action 1: Portfolio &amp; Category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marketing focus on high-margin, top-performing SKUs.</a:t>
            </a:r>
          </a:p>
          <a:p>
            <a:pPr lvl="1"/>
            <a:r>
              <a:t>Introduce targeted promotions for mid-tier categories.</a:t>
            </a:r>
          </a:p>
          <a:p>
            <a:pPr lvl="1"/>
            <a:r>
              <a:t>Diversify revenue base to reduce concentration dependency.</a:t>
            </a:r>
          </a:p>
          <a:p>
            <a:pPr lvl="1"/>
            <a:r>
              <a:t>Leverage bundle pricing to expand basket 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rgbClr val="FF0000"/>
                </a:solidFill>
              </a:rPr>
              <a:t>Insight 2: Pricing &amp; Size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Large-sized pizzas generate the highest revenue share.</a:t>
            </a:r>
          </a:p>
          <a:p>
            <a:pPr lvl="1"/>
            <a:r>
              <a:t>Customers demonstrate willingness to pay premium pricing.</a:t>
            </a:r>
          </a:p>
          <a:p>
            <a:pPr lvl="1"/>
            <a:r>
              <a:t>Top 10 products drive significant portion of total revenue.</a:t>
            </a:r>
          </a:p>
          <a:p>
            <a:pPr lvl="1"/>
            <a:r>
              <a:t>Strong upsell opportunity within existing demand.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rgbClr val="FF0000"/>
                </a:solidFill>
              </a:rPr>
              <a:t>Insight 3: Time-Based Demand &amp; Operational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 volume peaks during lunch hours (11 AM – 2 PM).</a:t>
            </a:r>
          </a:p>
          <a:p>
            <a:pPr lvl="1"/>
            <a:r>
              <a:t>Revenue trends show consistent daily growth patterns.</a:t>
            </a:r>
          </a:p>
          <a:p>
            <a:pPr lvl="1"/>
            <a:r>
              <a:t>Predictable demand cycles support workforce optimization.</a:t>
            </a:r>
          </a:p>
          <a:p>
            <a:pPr lvl="1"/>
            <a:r>
              <a:t>Cumulative revenue reflects sustained business momentum.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rgbClr val="FF0000"/>
                </a:solidFill>
              </a:rPr>
              <a:t>Strategic Roadmap &amp; Expected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9583"/>
          </a:xfrm>
        </p:spPr>
        <p:txBody>
          <a:bodyPr>
            <a:normAutofit lnSpcReduction="10000"/>
          </a:bodyPr>
          <a:lstStyle/>
          <a:p>
            <a:r>
              <a:rPr dirty="0"/>
              <a:t>Implement lunch-hour targeted promotions to increase AOV.</a:t>
            </a:r>
          </a:p>
          <a:p>
            <a:pPr lvl="1"/>
            <a:r>
              <a:rPr dirty="0"/>
              <a:t>Upsell large-size bundles to maximize revenue per transaction.</a:t>
            </a:r>
          </a:p>
          <a:p>
            <a:pPr lvl="1"/>
            <a:r>
              <a:rPr dirty="0"/>
              <a:t>Optimize staffing during peak hours to improve service levels.</a:t>
            </a:r>
          </a:p>
          <a:p>
            <a:pPr lvl="1"/>
            <a:r>
              <a:rPr dirty="0"/>
              <a:t>Use trend forecasting for inventory &amp; demand planning.</a:t>
            </a:r>
          </a:p>
          <a:p>
            <a:pPr lvl="1"/>
            <a:r>
              <a:rPr dirty="0"/>
              <a:t>Expected Outcome: Improved profitability, reduced revenue risk, and scalable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310</Words>
  <Application>Microsoft Office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Executive Sales Performance Analysis</vt:lpstr>
      <vt:lpstr>Business Objective</vt:lpstr>
      <vt:lpstr>Executive KPI Overview</vt:lpstr>
      <vt:lpstr>Insight 1: Revenue Concentration Risk</vt:lpstr>
      <vt:lpstr>Strategic Action 1: Portfolio &amp; Category Optimization</vt:lpstr>
      <vt:lpstr>Insight 2: Pricing &amp; Size Performance</vt:lpstr>
      <vt:lpstr>Insight 3: Time-Based Demand &amp; Operational Trends</vt:lpstr>
      <vt:lpstr>Strategic Roadmap &amp; Expected Business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DOLLY KRISHNA PRIYA</dc:creator>
  <cp:keywords/>
  <dc:description>generated using python-pptx</dc:description>
  <cp:lastModifiedBy>Bheemana, Dolly Krishna Priya</cp:lastModifiedBy>
  <cp:revision>2</cp:revision>
  <dcterms:created xsi:type="dcterms:W3CDTF">2013-01-27T09:14:16Z</dcterms:created>
  <dcterms:modified xsi:type="dcterms:W3CDTF">2026-02-13T00:58:39Z</dcterms:modified>
  <cp:category/>
</cp:coreProperties>
</file>